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38985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>
        <p:scale>
          <a:sx n="66" d="100"/>
          <a:sy n="66" d="100"/>
        </p:scale>
        <p:origin x="3504" y="20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7321" y="1122363"/>
            <a:ext cx="1042392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7321" y="3602038"/>
            <a:ext cx="1042392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31" indent="0" algn="ctr">
              <a:buNone/>
              <a:defRPr sz="2000"/>
            </a:lvl2pPr>
            <a:lvl3pPr marL="914463" indent="0" algn="ctr">
              <a:buNone/>
              <a:defRPr sz="1800"/>
            </a:lvl3pPr>
            <a:lvl4pPr marL="1371694" indent="0" algn="ctr">
              <a:buNone/>
              <a:defRPr sz="1601"/>
            </a:lvl4pPr>
            <a:lvl5pPr marL="1828923" indent="0" algn="ctr">
              <a:buNone/>
              <a:defRPr sz="1601"/>
            </a:lvl5pPr>
            <a:lvl6pPr marL="2286154" indent="0" algn="ctr">
              <a:buNone/>
              <a:defRPr sz="1601"/>
            </a:lvl6pPr>
            <a:lvl7pPr marL="2743385" indent="0" algn="ctr">
              <a:buNone/>
              <a:defRPr sz="1601"/>
            </a:lvl7pPr>
            <a:lvl8pPr marL="3200617" indent="0" algn="ctr">
              <a:buNone/>
              <a:defRPr sz="1601"/>
            </a:lvl8pPr>
            <a:lvl9pPr marL="3657848" indent="0" algn="ctr">
              <a:buNone/>
              <a:defRPr sz="160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3E1E-7515-41B8-96D6-FAA4F1587E0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97EE-3628-4F74-8003-07D392EF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2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3E1E-7515-41B8-96D6-FAA4F1587E0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97EE-3628-4F74-8003-07D392EF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98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291" y="1709743"/>
            <a:ext cx="11987511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8291" y="4589468"/>
            <a:ext cx="1198751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3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6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94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4pPr>
            <a:lvl5pPr marL="1828923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5pPr>
            <a:lvl6pPr marL="2286154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6pPr>
            <a:lvl7pPr marL="2743385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7pPr>
            <a:lvl8pPr marL="3200617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8pPr>
            <a:lvl9pPr marL="3657848" indent="0">
              <a:buNone/>
              <a:defRPr sz="160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3E1E-7515-41B8-96D6-FAA4F1587E0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97EE-3628-4F74-8003-07D392EF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64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5529" y="1825625"/>
            <a:ext cx="590688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6153" y="1825625"/>
            <a:ext cx="590688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3E1E-7515-41B8-96D6-FAA4F1587E0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97EE-3628-4F74-8003-07D392EF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90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7338" y="365128"/>
            <a:ext cx="1198751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7338" y="1681163"/>
            <a:ext cx="587974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1" indent="0">
              <a:buNone/>
              <a:defRPr sz="2000" b="1"/>
            </a:lvl2pPr>
            <a:lvl3pPr marL="914463" indent="0">
              <a:buNone/>
              <a:defRPr sz="1800" b="1"/>
            </a:lvl3pPr>
            <a:lvl4pPr marL="1371694" indent="0">
              <a:buNone/>
              <a:defRPr sz="1601" b="1"/>
            </a:lvl4pPr>
            <a:lvl5pPr marL="1828923" indent="0">
              <a:buNone/>
              <a:defRPr sz="1601" b="1"/>
            </a:lvl5pPr>
            <a:lvl6pPr marL="2286154" indent="0">
              <a:buNone/>
              <a:defRPr sz="1601" b="1"/>
            </a:lvl6pPr>
            <a:lvl7pPr marL="2743385" indent="0">
              <a:buNone/>
              <a:defRPr sz="1601" b="1"/>
            </a:lvl7pPr>
            <a:lvl8pPr marL="3200617" indent="0">
              <a:buNone/>
              <a:defRPr sz="1601" b="1"/>
            </a:lvl8pPr>
            <a:lvl9pPr marL="3657848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7338" y="2505075"/>
            <a:ext cx="587974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6147" y="1681163"/>
            <a:ext cx="59087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31" indent="0">
              <a:buNone/>
              <a:defRPr sz="2000" b="1"/>
            </a:lvl2pPr>
            <a:lvl3pPr marL="914463" indent="0">
              <a:buNone/>
              <a:defRPr sz="1800" b="1"/>
            </a:lvl3pPr>
            <a:lvl4pPr marL="1371694" indent="0">
              <a:buNone/>
              <a:defRPr sz="1601" b="1"/>
            </a:lvl4pPr>
            <a:lvl5pPr marL="1828923" indent="0">
              <a:buNone/>
              <a:defRPr sz="1601" b="1"/>
            </a:lvl5pPr>
            <a:lvl6pPr marL="2286154" indent="0">
              <a:buNone/>
              <a:defRPr sz="1601" b="1"/>
            </a:lvl6pPr>
            <a:lvl7pPr marL="2743385" indent="0">
              <a:buNone/>
              <a:defRPr sz="1601" b="1"/>
            </a:lvl7pPr>
            <a:lvl8pPr marL="3200617" indent="0">
              <a:buNone/>
              <a:defRPr sz="1601" b="1"/>
            </a:lvl8pPr>
            <a:lvl9pPr marL="3657848" indent="0">
              <a:buNone/>
              <a:defRPr sz="160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6147" y="2505075"/>
            <a:ext cx="59087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3E1E-7515-41B8-96D6-FAA4F1587E0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97EE-3628-4F74-8003-07D392EF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83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3E1E-7515-41B8-96D6-FAA4F1587E0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97EE-3628-4F74-8003-07D392EF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679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3E1E-7515-41B8-96D6-FAA4F1587E0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97EE-3628-4F74-8003-07D392EF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57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7337" y="457200"/>
            <a:ext cx="448264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699" y="987429"/>
            <a:ext cx="70361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7337" y="2057400"/>
            <a:ext cx="4482648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31" indent="0">
              <a:buNone/>
              <a:defRPr sz="1400"/>
            </a:lvl2pPr>
            <a:lvl3pPr marL="914463" indent="0">
              <a:buNone/>
              <a:defRPr sz="1200"/>
            </a:lvl3pPr>
            <a:lvl4pPr marL="1371694" indent="0">
              <a:buNone/>
              <a:defRPr sz="1000"/>
            </a:lvl4pPr>
            <a:lvl5pPr marL="1828923" indent="0">
              <a:buNone/>
              <a:defRPr sz="1000"/>
            </a:lvl5pPr>
            <a:lvl6pPr marL="2286154" indent="0">
              <a:buNone/>
              <a:defRPr sz="1000"/>
            </a:lvl6pPr>
            <a:lvl7pPr marL="2743385" indent="0">
              <a:buNone/>
              <a:defRPr sz="1000"/>
            </a:lvl7pPr>
            <a:lvl8pPr marL="3200617" indent="0">
              <a:buNone/>
              <a:defRPr sz="1000"/>
            </a:lvl8pPr>
            <a:lvl9pPr marL="365784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3E1E-7515-41B8-96D6-FAA4F1587E0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97EE-3628-4F74-8003-07D392EF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14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7337" y="457200"/>
            <a:ext cx="448264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8699" y="987429"/>
            <a:ext cx="703614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31" indent="0">
              <a:buNone/>
              <a:defRPr sz="2800"/>
            </a:lvl2pPr>
            <a:lvl3pPr marL="914463" indent="0">
              <a:buNone/>
              <a:defRPr sz="2400"/>
            </a:lvl3pPr>
            <a:lvl4pPr marL="1371694" indent="0">
              <a:buNone/>
              <a:defRPr sz="2000"/>
            </a:lvl4pPr>
            <a:lvl5pPr marL="1828923" indent="0">
              <a:buNone/>
              <a:defRPr sz="2000"/>
            </a:lvl5pPr>
            <a:lvl6pPr marL="2286154" indent="0">
              <a:buNone/>
              <a:defRPr sz="2000"/>
            </a:lvl6pPr>
            <a:lvl7pPr marL="2743385" indent="0">
              <a:buNone/>
              <a:defRPr sz="2000"/>
            </a:lvl7pPr>
            <a:lvl8pPr marL="3200617" indent="0">
              <a:buNone/>
              <a:defRPr sz="2000"/>
            </a:lvl8pPr>
            <a:lvl9pPr marL="3657848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7337" y="2057400"/>
            <a:ext cx="4482648" cy="3811588"/>
          </a:xfrm>
        </p:spPr>
        <p:txBody>
          <a:bodyPr/>
          <a:lstStyle>
            <a:lvl1pPr marL="0" indent="0">
              <a:buNone/>
              <a:defRPr sz="1601"/>
            </a:lvl1pPr>
            <a:lvl2pPr marL="457231" indent="0">
              <a:buNone/>
              <a:defRPr sz="1400"/>
            </a:lvl2pPr>
            <a:lvl3pPr marL="914463" indent="0">
              <a:buNone/>
              <a:defRPr sz="1200"/>
            </a:lvl3pPr>
            <a:lvl4pPr marL="1371694" indent="0">
              <a:buNone/>
              <a:defRPr sz="1000"/>
            </a:lvl4pPr>
            <a:lvl5pPr marL="1828923" indent="0">
              <a:buNone/>
              <a:defRPr sz="1000"/>
            </a:lvl5pPr>
            <a:lvl6pPr marL="2286154" indent="0">
              <a:buNone/>
              <a:defRPr sz="1000"/>
            </a:lvl6pPr>
            <a:lvl7pPr marL="2743385" indent="0">
              <a:buNone/>
              <a:defRPr sz="1000"/>
            </a:lvl7pPr>
            <a:lvl8pPr marL="3200617" indent="0">
              <a:buNone/>
              <a:defRPr sz="1000"/>
            </a:lvl8pPr>
            <a:lvl9pPr marL="365784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3E1E-7515-41B8-96D6-FAA4F1587E0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97EE-3628-4F74-8003-07D392EF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67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3E1E-7515-41B8-96D6-FAA4F1587E0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97EE-3628-4F74-8003-07D392EF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27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46159" y="365125"/>
            <a:ext cx="29968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5530" y="365125"/>
            <a:ext cx="881690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3E1E-7515-41B8-96D6-FAA4F1587E0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A97EE-3628-4F74-8003-07D392EF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780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5529" y="365128"/>
            <a:ext cx="119875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5529" y="1825625"/>
            <a:ext cx="119875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5530" y="6356354"/>
            <a:ext cx="3127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13E1E-7515-41B8-96D6-FAA4F1587E0A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3902" y="6356354"/>
            <a:ext cx="46907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15864" y="6356354"/>
            <a:ext cx="3127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A97EE-3628-4F74-8003-07D392EF99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7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6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6" indent="-228616" algn="l" defTabSz="91446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47" indent="-228616" algn="l" defTabSz="9144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78" indent="-228616" algn="l" defTabSz="9144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08" indent="-228616" algn="l" defTabSz="9144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39" indent="-228616" algn="l" defTabSz="9144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70" indent="-228616" algn="l" defTabSz="9144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01" indent="-228616" algn="l" defTabSz="9144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233" indent="-228616" algn="l" defTabSz="9144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464" indent="-228616" algn="l" defTabSz="9144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31" algn="l" defTabSz="9144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63" algn="l" defTabSz="9144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94" algn="l" defTabSz="9144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23" algn="l" defTabSz="9144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54" algn="l" defTabSz="9144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85" algn="l" defTabSz="9144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617" algn="l" defTabSz="9144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848" algn="l" defTabSz="9144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3DF6B3-228A-40D3-AABF-F86126EF0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089" y="3228929"/>
            <a:ext cx="3153111" cy="23639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A7C4F5-5343-4ABD-A5D0-971455512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088" y="865019"/>
            <a:ext cx="3153111" cy="23639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D170E2-1CA4-449B-BBEC-96DD8C580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199" y="3228927"/>
            <a:ext cx="3153111" cy="2363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EB4093-459B-4849-BFBD-EEA86D74B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199" y="865019"/>
            <a:ext cx="3153111" cy="236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130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DF82C1-C911-4E53-9D2F-7F7E3122B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088" y="3454897"/>
            <a:ext cx="6709569" cy="31364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7079CE-76FA-46EE-B32E-AB688FD1C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6" y="266703"/>
            <a:ext cx="6540501" cy="318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78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8BBD75-680F-4043-9C0D-A3F0529FACF8}"/>
              </a:ext>
            </a:extLst>
          </p:cNvPr>
          <p:cNvCxnSpPr>
            <a:cxnSpLocks/>
          </p:cNvCxnSpPr>
          <p:nvPr/>
        </p:nvCxnSpPr>
        <p:spPr>
          <a:xfrm>
            <a:off x="4534277" y="4176181"/>
            <a:ext cx="18228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1C4679-17E4-481D-B907-BD6E3E0A14AF}"/>
              </a:ext>
            </a:extLst>
          </p:cNvPr>
          <p:cNvCxnSpPr>
            <a:cxnSpLocks/>
          </p:cNvCxnSpPr>
          <p:nvPr/>
        </p:nvCxnSpPr>
        <p:spPr>
          <a:xfrm>
            <a:off x="4507660" y="2231172"/>
            <a:ext cx="18228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4B451F-8531-4838-8BD2-47127273C843}"/>
              </a:ext>
            </a:extLst>
          </p:cNvPr>
          <p:cNvCxnSpPr>
            <a:cxnSpLocks/>
          </p:cNvCxnSpPr>
          <p:nvPr/>
        </p:nvCxnSpPr>
        <p:spPr>
          <a:xfrm flipV="1">
            <a:off x="2468659" y="396243"/>
            <a:ext cx="0" cy="18477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2ACC17-D9B0-43F1-A63F-799B9C2380EF}"/>
              </a:ext>
            </a:extLst>
          </p:cNvPr>
          <p:cNvCxnSpPr>
            <a:cxnSpLocks/>
          </p:cNvCxnSpPr>
          <p:nvPr/>
        </p:nvCxnSpPr>
        <p:spPr>
          <a:xfrm flipV="1">
            <a:off x="4516369" y="396241"/>
            <a:ext cx="12802" cy="18349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B3FF22-103D-439A-8795-EC24928290CD}"/>
              </a:ext>
            </a:extLst>
          </p:cNvPr>
          <p:cNvCxnSpPr>
            <a:cxnSpLocks/>
          </p:cNvCxnSpPr>
          <p:nvPr/>
        </p:nvCxnSpPr>
        <p:spPr>
          <a:xfrm>
            <a:off x="645810" y="4176181"/>
            <a:ext cx="18228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A80E8A-9474-4182-A6AF-2FB9E6C65A8F}"/>
              </a:ext>
            </a:extLst>
          </p:cNvPr>
          <p:cNvCxnSpPr>
            <a:cxnSpLocks/>
          </p:cNvCxnSpPr>
          <p:nvPr/>
        </p:nvCxnSpPr>
        <p:spPr>
          <a:xfrm>
            <a:off x="645809" y="2243967"/>
            <a:ext cx="18228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0E2B4A7-F260-404E-A1A6-7AC79F6BE026}"/>
              </a:ext>
            </a:extLst>
          </p:cNvPr>
          <p:cNvCxnSpPr>
            <a:cxnSpLocks/>
          </p:cNvCxnSpPr>
          <p:nvPr/>
        </p:nvCxnSpPr>
        <p:spPr>
          <a:xfrm flipH="1" flipV="1">
            <a:off x="2468660" y="4176186"/>
            <a:ext cx="7070" cy="18098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7801B3-3E2D-414D-9B5A-C027282ECDC1}"/>
              </a:ext>
            </a:extLst>
          </p:cNvPr>
          <p:cNvCxnSpPr>
            <a:cxnSpLocks/>
          </p:cNvCxnSpPr>
          <p:nvPr/>
        </p:nvCxnSpPr>
        <p:spPr>
          <a:xfrm flipV="1">
            <a:off x="4506788" y="4176183"/>
            <a:ext cx="13576" cy="17674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36FDBC3-AEB5-4C1A-BFE7-9FBD835CBF68}"/>
              </a:ext>
            </a:extLst>
          </p:cNvPr>
          <p:cNvCxnSpPr>
            <a:cxnSpLocks/>
          </p:cNvCxnSpPr>
          <p:nvPr/>
        </p:nvCxnSpPr>
        <p:spPr>
          <a:xfrm>
            <a:off x="645812" y="3214707"/>
            <a:ext cx="1340250" cy="318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89891D-3A34-494A-A1FD-C09C2CA39B78}"/>
              </a:ext>
            </a:extLst>
          </p:cNvPr>
          <p:cNvCxnSpPr>
            <a:cxnSpLocks/>
          </p:cNvCxnSpPr>
          <p:nvPr/>
        </p:nvCxnSpPr>
        <p:spPr>
          <a:xfrm>
            <a:off x="4507660" y="3246335"/>
            <a:ext cx="182285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ACF1F10-D403-4C74-BF36-7996BC723481}"/>
              </a:ext>
            </a:extLst>
          </p:cNvPr>
          <p:cNvCxnSpPr>
            <a:cxnSpLocks/>
          </p:cNvCxnSpPr>
          <p:nvPr/>
        </p:nvCxnSpPr>
        <p:spPr>
          <a:xfrm flipH="1" flipV="1">
            <a:off x="3504362" y="4564804"/>
            <a:ext cx="4482" cy="137879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CB6CF18-673A-435E-A563-93C7C326CB1A}"/>
              </a:ext>
            </a:extLst>
          </p:cNvPr>
          <p:cNvCxnSpPr>
            <a:cxnSpLocks/>
          </p:cNvCxnSpPr>
          <p:nvPr/>
        </p:nvCxnSpPr>
        <p:spPr>
          <a:xfrm flipV="1">
            <a:off x="3504361" y="396245"/>
            <a:ext cx="0" cy="183493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2472A8-6471-460A-B839-E2772EF4F80D}"/>
              </a:ext>
            </a:extLst>
          </p:cNvPr>
          <p:cNvCxnSpPr>
            <a:cxnSpLocks/>
          </p:cNvCxnSpPr>
          <p:nvPr/>
        </p:nvCxnSpPr>
        <p:spPr>
          <a:xfrm>
            <a:off x="2468663" y="4176181"/>
            <a:ext cx="206561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7AE8C3-1858-4EC4-8FB1-69429316E14A}"/>
              </a:ext>
            </a:extLst>
          </p:cNvPr>
          <p:cNvCxnSpPr>
            <a:cxnSpLocks/>
          </p:cNvCxnSpPr>
          <p:nvPr/>
        </p:nvCxnSpPr>
        <p:spPr>
          <a:xfrm flipV="1">
            <a:off x="1986059" y="2231177"/>
            <a:ext cx="0" cy="194500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475388-2E1C-4D7C-9248-FBA642980C6D}"/>
              </a:ext>
            </a:extLst>
          </p:cNvPr>
          <p:cNvCxnSpPr>
            <a:cxnSpLocks/>
          </p:cNvCxnSpPr>
          <p:nvPr/>
        </p:nvCxnSpPr>
        <p:spPr>
          <a:xfrm flipV="1">
            <a:off x="4506785" y="2214836"/>
            <a:ext cx="0" cy="103150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997585-AF8C-4230-81F9-D74B36DE82EC}"/>
              </a:ext>
            </a:extLst>
          </p:cNvPr>
          <p:cNvCxnSpPr>
            <a:cxnSpLocks/>
          </p:cNvCxnSpPr>
          <p:nvPr/>
        </p:nvCxnSpPr>
        <p:spPr>
          <a:xfrm flipV="1">
            <a:off x="2468662" y="2214834"/>
            <a:ext cx="1035702" cy="2913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4D901C-1918-4D36-B4F3-9448CF8861AA}"/>
              </a:ext>
            </a:extLst>
          </p:cNvPr>
          <p:cNvCxnSpPr>
            <a:cxnSpLocks/>
          </p:cNvCxnSpPr>
          <p:nvPr/>
        </p:nvCxnSpPr>
        <p:spPr>
          <a:xfrm>
            <a:off x="831936" y="3662493"/>
            <a:ext cx="6953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3068F65-CE9B-4418-8346-678F801124BD}"/>
              </a:ext>
            </a:extLst>
          </p:cNvPr>
          <p:cNvCxnSpPr>
            <a:cxnSpLocks/>
          </p:cNvCxnSpPr>
          <p:nvPr/>
        </p:nvCxnSpPr>
        <p:spPr>
          <a:xfrm flipV="1">
            <a:off x="2468659" y="2231172"/>
            <a:ext cx="0" cy="19670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789AC26-BA98-40E9-9052-0182B5D642F7}"/>
              </a:ext>
            </a:extLst>
          </p:cNvPr>
          <p:cNvCxnSpPr/>
          <p:nvPr/>
        </p:nvCxnSpPr>
        <p:spPr>
          <a:xfrm flipH="1">
            <a:off x="5096176" y="2685237"/>
            <a:ext cx="6953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26FA997-8944-46C7-9A73-9942ED63516E}"/>
              </a:ext>
            </a:extLst>
          </p:cNvPr>
          <p:cNvCxnSpPr>
            <a:cxnSpLocks/>
          </p:cNvCxnSpPr>
          <p:nvPr/>
        </p:nvCxnSpPr>
        <p:spPr>
          <a:xfrm flipV="1">
            <a:off x="3994032" y="4616834"/>
            <a:ext cx="0" cy="5524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45AC0A-BC7A-4AE1-AB4B-B913FA4BD315}"/>
              </a:ext>
            </a:extLst>
          </p:cNvPr>
          <p:cNvCxnSpPr>
            <a:cxnSpLocks/>
          </p:cNvCxnSpPr>
          <p:nvPr/>
        </p:nvCxnSpPr>
        <p:spPr>
          <a:xfrm>
            <a:off x="2965921" y="1450175"/>
            <a:ext cx="0" cy="5658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B8BBCB1-CD7C-4CDF-A683-13C43C42E45D}"/>
              </a:ext>
            </a:extLst>
          </p:cNvPr>
          <p:cNvSpPr txBox="1"/>
          <p:nvPr/>
        </p:nvSpPr>
        <p:spPr>
          <a:xfrm rot="16200000">
            <a:off x="1813716" y="2994879"/>
            <a:ext cx="8290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Pedestrian </a:t>
            </a:r>
          </a:p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crossing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4C3F60-DD15-469F-A4BC-202CD99BD8AC}"/>
              </a:ext>
            </a:extLst>
          </p:cNvPr>
          <p:cNvSpPr txBox="1"/>
          <p:nvPr/>
        </p:nvSpPr>
        <p:spPr>
          <a:xfrm>
            <a:off x="849698" y="3294757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Lane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DA66D0-1123-43D2-A536-D314861FF230}"/>
              </a:ext>
            </a:extLst>
          </p:cNvPr>
          <p:cNvSpPr txBox="1"/>
          <p:nvPr/>
        </p:nvSpPr>
        <p:spPr>
          <a:xfrm>
            <a:off x="2702029" y="662304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Lane 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5720F4-1102-4306-87D1-B3E453B2D685}"/>
              </a:ext>
            </a:extLst>
          </p:cNvPr>
          <p:cNvSpPr txBox="1"/>
          <p:nvPr/>
        </p:nvSpPr>
        <p:spPr>
          <a:xfrm>
            <a:off x="5190145" y="2320661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Lane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0B51BC-B357-45DD-AD66-60123ED72D9D}"/>
              </a:ext>
            </a:extLst>
          </p:cNvPr>
          <p:cNvSpPr txBox="1"/>
          <p:nvPr/>
        </p:nvSpPr>
        <p:spPr>
          <a:xfrm>
            <a:off x="3733323" y="5510392"/>
            <a:ext cx="5725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Lane 4</a:t>
            </a:r>
          </a:p>
        </p:txBody>
      </p:sp>
      <p:pic>
        <p:nvPicPr>
          <p:cNvPr id="30" name="Graphic 29" descr="Traffic light with solid fill">
            <a:extLst>
              <a:ext uri="{FF2B5EF4-FFF2-40B4-BE49-F238E27FC236}">
                <a16:creationId xmlns:a16="http://schemas.microsoft.com/office/drawing/2014/main" id="{A1237395-601E-48F1-BC04-446EC2304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2808" y="2985763"/>
            <a:ext cx="582106" cy="58210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E4C5037-6832-488A-8F58-EE5EF344D3A0}"/>
              </a:ext>
            </a:extLst>
          </p:cNvPr>
          <p:cNvSpPr txBox="1"/>
          <p:nvPr/>
        </p:nvSpPr>
        <p:spPr>
          <a:xfrm>
            <a:off x="652039" y="3784014"/>
            <a:ext cx="1005403" cy="246221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Signal group 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A5C690B-DEF2-4037-86CC-0AB9526B3F41}"/>
              </a:ext>
            </a:extLst>
          </p:cNvPr>
          <p:cNvCxnSpPr>
            <a:cxnSpLocks/>
          </p:cNvCxnSpPr>
          <p:nvPr/>
        </p:nvCxnSpPr>
        <p:spPr>
          <a:xfrm>
            <a:off x="3011209" y="2685237"/>
            <a:ext cx="1519781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BBAF9DE-C2FB-49BC-9087-45E4E33B34AF}"/>
              </a:ext>
            </a:extLst>
          </p:cNvPr>
          <p:cNvCxnSpPr>
            <a:cxnSpLocks/>
          </p:cNvCxnSpPr>
          <p:nvPr/>
        </p:nvCxnSpPr>
        <p:spPr>
          <a:xfrm flipV="1">
            <a:off x="3011204" y="2229172"/>
            <a:ext cx="0" cy="45606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95D7D1E3-5172-451B-8A1C-E281A1AEDFA4}"/>
              </a:ext>
            </a:extLst>
          </p:cNvPr>
          <p:cNvSpPr/>
          <p:nvPr/>
        </p:nvSpPr>
        <p:spPr>
          <a:xfrm>
            <a:off x="2965922" y="2629901"/>
            <a:ext cx="87710" cy="9262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A265677-30F7-4C84-AC0D-E0C9E539BBEB}"/>
              </a:ext>
            </a:extLst>
          </p:cNvPr>
          <p:cNvSpPr txBox="1"/>
          <p:nvPr/>
        </p:nvSpPr>
        <p:spPr>
          <a:xfrm>
            <a:off x="2447733" y="2423153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Conflict </a:t>
            </a:r>
          </a:p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point</a:t>
            </a:r>
          </a:p>
        </p:txBody>
      </p:sp>
      <p:sp>
        <p:nvSpPr>
          <p:cNvPr id="36" name="Arc 35">
            <a:extLst>
              <a:ext uri="{FF2B5EF4-FFF2-40B4-BE49-F238E27FC236}">
                <a16:creationId xmlns:a16="http://schemas.microsoft.com/office/drawing/2014/main" id="{92FDFFFF-A716-4946-B28F-47ECC57AC317}"/>
              </a:ext>
            </a:extLst>
          </p:cNvPr>
          <p:cNvSpPr/>
          <p:nvPr/>
        </p:nvSpPr>
        <p:spPr>
          <a:xfrm rot="21235440">
            <a:off x="2596404" y="2260658"/>
            <a:ext cx="914400" cy="914400"/>
          </a:xfrm>
          <a:prstGeom prst="arc">
            <a:avLst>
              <a:gd name="adj1" fmla="val 16200000"/>
              <a:gd name="adj2" fmla="val 88500"/>
            </a:avLst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H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760DB2B7-2F38-49FC-BAB0-81F385E861C4}"/>
              </a:ext>
            </a:extLst>
          </p:cNvPr>
          <p:cNvSpPr/>
          <p:nvPr/>
        </p:nvSpPr>
        <p:spPr>
          <a:xfrm rot="16200000">
            <a:off x="3952507" y="2268731"/>
            <a:ext cx="110622" cy="99794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H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29B537-75D7-4133-B8D9-CAAFE31F2BE5}"/>
              </a:ext>
            </a:extLst>
          </p:cNvPr>
          <p:cNvSpPr txBox="1"/>
          <p:nvPr/>
        </p:nvSpPr>
        <p:spPr>
          <a:xfrm>
            <a:off x="3695412" y="276770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Clearance</a:t>
            </a:r>
          </a:p>
          <a:p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3870CD-1B80-4F0A-9BC9-85DA289AA0D8}"/>
              </a:ext>
            </a:extLst>
          </p:cNvPr>
          <p:cNvSpPr txBox="1"/>
          <p:nvPr/>
        </p:nvSpPr>
        <p:spPr>
          <a:xfrm>
            <a:off x="4994243" y="2786859"/>
            <a:ext cx="1005403" cy="246221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Signal group 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67E1D8-5F59-4985-8DCC-EDCD60949E8D}"/>
              </a:ext>
            </a:extLst>
          </p:cNvPr>
          <p:cNvSpPr txBox="1"/>
          <p:nvPr/>
        </p:nvSpPr>
        <p:spPr>
          <a:xfrm>
            <a:off x="3523774" y="5212136"/>
            <a:ext cx="1005403" cy="246221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Signal group 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09525B5-27D2-4F84-B609-EE8BBE1E4F6E}"/>
              </a:ext>
            </a:extLst>
          </p:cNvPr>
          <p:cNvSpPr txBox="1"/>
          <p:nvPr/>
        </p:nvSpPr>
        <p:spPr>
          <a:xfrm>
            <a:off x="2495662" y="1064501"/>
            <a:ext cx="1005403" cy="246221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Signal group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00E6307-67C8-4D88-9217-FA0FDE41526B}"/>
              </a:ext>
            </a:extLst>
          </p:cNvPr>
          <p:cNvSpPr txBox="1"/>
          <p:nvPr/>
        </p:nvSpPr>
        <p:spPr>
          <a:xfrm rot="16200000">
            <a:off x="2102622" y="3175183"/>
            <a:ext cx="1005403" cy="246221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Signal group 3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4435726-997A-4F67-96CC-C4F4253B5AC2}"/>
              </a:ext>
            </a:extLst>
          </p:cNvPr>
          <p:cNvCxnSpPr>
            <a:cxnSpLocks/>
          </p:cNvCxnSpPr>
          <p:nvPr/>
        </p:nvCxnSpPr>
        <p:spPr>
          <a:xfrm>
            <a:off x="2471555" y="4564801"/>
            <a:ext cx="206561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42A3497-FC61-49E1-AAC3-FB179EF98A7C}"/>
              </a:ext>
            </a:extLst>
          </p:cNvPr>
          <p:cNvSpPr txBox="1"/>
          <p:nvPr/>
        </p:nvSpPr>
        <p:spPr>
          <a:xfrm>
            <a:off x="3094314" y="4154135"/>
            <a:ext cx="8290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Pedestrian </a:t>
            </a:r>
          </a:p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crossing 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6932C39-BAF0-404E-BB7F-97F18C1EA9A7}"/>
              </a:ext>
            </a:extLst>
          </p:cNvPr>
          <p:cNvSpPr txBox="1"/>
          <p:nvPr/>
        </p:nvSpPr>
        <p:spPr>
          <a:xfrm>
            <a:off x="3006148" y="3897355"/>
            <a:ext cx="1005403" cy="246221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pPr algn="just"/>
            <a:r>
              <a:rPr lang="en-US" altLang="zh-CN" sz="1000" dirty="0">
                <a:latin typeface="Arial" panose="020B0604020202020204" pitchFamily="34" charset="0"/>
                <a:ea typeface="Times New Roman" charset="0"/>
                <a:cs typeface="Arial" panose="020B0604020202020204" pitchFamily="34" charset="0"/>
              </a:rPr>
              <a:t>Signal group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06975A8-A08A-4ED8-9B60-7FA1F45CAEDB}"/>
                  </a:ext>
                </a:extLst>
              </p:cNvPr>
              <p:cNvSpPr txBox="1"/>
              <p:nvPr/>
            </p:nvSpPr>
            <p:spPr>
              <a:xfrm>
                <a:off x="1084215" y="4599921"/>
                <a:ext cx="697499" cy="830997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latin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latin typeface="Cambria Math" panose="02040503050406030204" pitchFamily="18" charset="0"/>
                            <a:cs typeface="Times New Roman" charset="0"/>
                          </a:rPr>
                          <m:t>𝑁</m:t>
                        </m:r>
                      </m:e>
                      <m:sub>
                        <m:r>
                          <a:rPr lang="en-HK" altLang="zh-CN" sz="1200" i="1" dirty="0">
                            <a:latin typeface="Cambria Math" panose="02040503050406030204" pitchFamily="18" charset="0"/>
                            <a:cs typeface="Times New Roman" charset="0"/>
                          </a:rPr>
                          <m:t>𝐿</m:t>
                        </m:r>
                      </m:sub>
                    </m:sSub>
                    <m:r>
                      <a:rPr lang="en-HK" altLang="zh-CN" sz="1200" i="1" dirty="0">
                        <a:latin typeface="Cambria Math" panose="02040503050406030204" pitchFamily="18" charset="0"/>
                        <a:cs typeface="Times New Roman" charset="0"/>
                      </a:rPr>
                      <m:t>=4</m:t>
                    </m:r>
                  </m:oMath>
                </a14:m>
                <a:r>
                  <a:rPr lang="en-US" altLang="zh-CN" sz="12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latin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latin typeface="Cambria Math" panose="02040503050406030204" pitchFamily="18" charset="0"/>
                            <a:cs typeface="Times New Roman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200" i="1" dirty="0">
                            <a:latin typeface="Cambria Math" panose="02040503050406030204" pitchFamily="18" charset="0"/>
                            <a:cs typeface="Times New Roman" charset="0"/>
                          </a:rPr>
                          <m:t>𝑇</m:t>
                        </m:r>
                      </m:sub>
                    </m:sSub>
                    <m:r>
                      <a:rPr lang="en-HK" altLang="zh-CN" sz="1200" i="1" dirty="0">
                        <a:latin typeface="Cambria Math" panose="02040503050406030204" pitchFamily="18" charset="0"/>
                        <a:cs typeface="Times New Roman" charset="0"/>
                      </a:rPr>
                      <m:t>=2</m:t>
                    </m:r>
                  </m:oMath>
                </a14:m>
                <a:r>
                  <a:rPr lang="en-US" altLang="zh-CN" sz="1200" i="1" dirty="0">
                    <a:latin typeface="Arial" panose="020B0604020202020204" pitchFamily="34" charset="0"/>
                    <a:ea typeface="Times New Roman" charset="0"/>
                    <a:cs typeface="Arial" panose="020B0604020202020204" pitchFamily="34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i="1" dirty="0">
                            <a:latin typeface="Cambria Math" panose="02040503050406030204" pitchFamily="18" charset="0"/>
                            <a:cs typeface="Times New Roman" charset="0"/>
                          </a:rPr>
                        </m:ctrlPr>
                      </m:sSubPr>
                      <m:e>
                        <m:r>
                          <a:rPr lang="en-US" altLang="zh-CN" sz="1200" i="1" dirty="0">
                            <a:latin typeface="Cambria Math" panose="02040503050406030204" pitchFamily="18" charset="0"/>
                            <a:cs typeface="Times New Roman" charset="0"/>
                          </a:rPr>
                          <m:t>𝑁</m:t>
                        </m:r>
                      </m:e>
                      <m:sub>
                        <m:r>
                          <a:rPr lang="en-US" altLang="zh-CN" sz="1200" i="1" dirty="0">
                            <a:latin typeface="Cambria Math" panose="02040503050406030204" pitchFamily="18" charset="0"/>
                            <a:cs typeface="Times New Roman" charset="0"/>
                          </a:rPr>
                          <m:t>𝑃</m:t>
                        </m:r>
                      </m:sub>
                    </m:sSub>
                    <m:r>
                      <a:rPr lang="en-HK" altLang="zh-CN" sz="1200" i="1" dirty="0">
                        <a:latin typeface="Cambria Math" panose="02040503050406030204" pitchFamily="18" charset="0"/>
                        <a:cs typeface="Times New Roman" charset="0"/>
                      </a:rPr>
                      <m:t>=1</m:t>
                    </m:r>
                  </m:oMath>
                </a14:m>
                <a:r>
                  <a:rPr lang="en-US" altLang="zh-CN" sz="1200" i="1" dirty="0">
                    <a:latin typeface="Arial" panose="020B0604020202020204" pitchFamily="34" charset="0"/>
                    <a:ea typeface="Times New Roman" charset="0"/>
                    <a:cs typeface="Arial" panose="020B0604020202020204" pitchFamily="34" charset="0"/>
                  </a:rPr>
                  <a:t> </a:t>
                </a:r>
              </a:p>
              <a:p>
                <a:endParaRPr lang="en-US" altLang="zh-CN" sz="1200" i="1" dirty="0">
                  <a:latin typeface="Arial" panose="020B0604020202020204" pitchFamily="34" charset="0"/>
                  <a:ea typeface="Times New Roman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06975A8-A08A-4ED8-9B60-7FA1F45CA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215" y="4599921"/>
                <a:ext cx="697499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2" name="Picture 81">
            <a:extLst>
              <a:ext uri="{FF2B5EF4-FFF2-40B4-BE49-F238E27FC236}">
                <a16:creationId xmlns:a16="http://schemas.microsoft.com/office/drawing/2014/main" id="{6FE26E26-1F72-402E-988C-636346E95F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65" y="871931"/>
            <a:ext cx="1761641" cy="119477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9B2FB549-6BE9-44EB-9BCF-0BAF05A3A4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576" y="922643"/>
            <a:ext cx="1773934" cy="109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70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1C16-B084-4F5F-8FCD-F9D899B9B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ECFA1-B212-4EEC-BC40-64C231924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427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45</Words>
  <Application>Microsoft Office PowerPoint</Application>
  <PresentationFormat>Custom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Shaocheng Jia</dc:creator>
  <cp:lastModifiedBy>Shaocheng Jia</cp:lastModifiedBy>
  <cp:revision>7</cp:revision>
  <dcterms:created xsi:type="dcterms:W3CDTF">2026-10-05T03:00:02Z</dcterms:created>
  <dcterms:modified xsi:type="dcterms:W3CDTF">2026-10-12T04:29:04Z</dcterms:modified>
</cp:coreProperties>
</file>